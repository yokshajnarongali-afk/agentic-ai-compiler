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D4FF"/>
                </a:solidFill>
                <a:latin typeface="Calibri"/>
              </a:rPr>
              <a:t>⚡ AGentic_C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Agentic Compiler for High-Frequency Trading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926080"/>
            <a:ext cx="57607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E8F0"/>
                </a:solidFill>
                <a:latin typeface="Calibri"/>
              </a:rPr>
              <a:t>Project-Based Lab (PBL) — Compiler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Department of Computer Science &amp; Engineering  |  NIT Warangal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Submitted to: Prof E. Suresh Babu, Associate Professor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029200"/>
            <a:ext cx="22860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657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IR2Vec Encoder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5029200"/>
            <a:ext cx="228600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0657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Phase-Order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5029200"/>
            <a:ext cx="228600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50657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HFT Anti-Patterns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5029200"/>
            <a:ext cx="22860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50657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Web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1316736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 with Standard Compilers in HFT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Calibri"/>
              </a:rPr>
              <a:t>❌  Standard -O3 Limitations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HFT requires tick-to-order latency &lt; 2 µs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Every nanosecond matters — a 10ns edge = profit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clang -O3 uses a FIXED, hand-tuned pass sequence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No awareness of HFT-specific anti-patterns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No per-function latency budgets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No explainability — black-box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25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✅  AGentic_C Solution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Adaptive phase-order optimisation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LAP-001–010 HFT anti-pattern detection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Per-function nanosecond latency budgets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Retry loop with tightened directives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Full natural language explainability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  ▸  Real-time web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36576" cy="53035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1316736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Research Question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D4FF"/>
                </a:solidFill>
                <a:latin typeface="Calibri"/>
              </a:rPr>
              <a:t>"Can an agent-based compiler pipeline, using adaptive phase-order optimisation and domain-specific anti-pattern detection, outperform standard -O3 on HFT C/C++ workloads in terms of estimated hot-path latency?"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Calibri"/>
              </a:rPr>
              <a:t>Objectives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  ▸  Build an agent-based pipeline that classifies functions as HOT (≥1/100) or COLD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  ▸  Detect and resolve latency anti-patterns LAP-001 to LAP-010 on hot paths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  ▸  Implement AutoPhase-inspired phase-order optimisation without RL training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  ▸  Quantify latency improvement vs. -O3 using a calibrated cost model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  ▸  Provide full explainability for every optimisation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244602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Background &amp; 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State of the 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1031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1031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AutoPhase
[2019]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RL selects LLVM pass sequences
→ AGentic_C borrows phase-order idea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1463040"/>
            <a:ext cx="21031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06624" y="1463040"/>
            <a:ext cx="21031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2344" y="1554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MLGO
[2021]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20574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ML-guided inlining in LLVM
→ AGentic_C uses heuristic inlining 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463040"/>
            <a:ext cx="21031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7488" y="1463040"/>
            <a:ext cx="210312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8" y="1554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CompilerGym
[2021]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0574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RL environment for compiler passes
→ AGentic_C wraps with HFT reward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1463040"/>
            <a:ext cx="21031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1463040"/>
            <a:ext cx="21031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1" y="1554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AlphaDev
[2023]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1" y="20574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RL discovers novel algorithms
→ Inspiration for adaptive optimisation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29216" y="1463040"/>
            <a:ext cx="21031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1463040"/>
            <a:ext cx="21031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74936" y="1554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IR2Vec
[2019]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20574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Dense IR embeddings via flow analysis
→ AGentic_C: 64-dim static approximation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383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AGentic_C's Key Advance: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Combines domain-specific HFT knowledge (anti-pattern taxonomy, nanosecond budgets) with AutoPhase-style phase exploration — without requiring RL training data, GPU infrastructure, or a compiler backend. Runs in pure Python on any laptop.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969264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 — Multi-Agent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7373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73736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[1] Clang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C++ → LLVM 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4872" y="1371600"/>
            <a:ext cx="17373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04872" y="1371600"/>
            <a:ext cx="17373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1" y="14813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[2] Boss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1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IR2Vec + HotnessScorer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1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2544" y="1371600"/>
            <a:ext cx="17373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1371600"/>
            <a:ext cx="17373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14813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[3] Fixer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LAP-001–010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1371600"/>
            <a:ext cx="17373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0216" y="1371600"/>
            <a:ext cx="17373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14813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[4] IR Tuner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PhaseOrderOptimiser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5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7888" y="1371600"/>
            <a:ext cx="17373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1371600"/>
            <a:ext cx="17373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14813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[5] HW Tuner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NEON/AVX2 + Timing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95559" y="1371600"/>
            <a:ext cx="17373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95559" y="1371600"/>
            <a:ext cx="17373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14813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[6] Reward +
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5-comp R + 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All agents are independently testable modules with well-defined I/O contracts.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3474720"/>
            <a:ext cx="41148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75120" y="3474720"/>
            <a:ext cx="411480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444"/>
                </a:solidFill>
                <a:latin typeface="Calibri"/>
              </a:rPr>
              <a:t>🔴 HOT path: Fixer → IR Tuner (Phase-Order) → HW Tuner → Retry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🔵 COLD path: IR Tuner (general mode, no budget enforcement)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♻  Retry loop: Boss Agent re-directs IR Tuner with tighter directive (max 3×)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969264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IR2Vec Encoder — 64-Dimensional IR Embedding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060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60604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Dims 0–33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Instruction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34 LLVM instruction types
Normalised by total IR 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26060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260604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508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Dims 34–43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828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Structural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12848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Loop depth (phi count)
Branch density | Call density
Memory ratio | Arithmetic intensity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6060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26060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508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Dims 44–53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HFT-Specific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212848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[[hft::hot]] annotation
Hot-root density
Per-AP signal probes
(alloca, vtable, atomic, printf)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1417320"/>
            <a:ext cx="26060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417320"/>
            <a:ext cx="26060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508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Dims 54–63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828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Function Statistics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212848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Avg function size
Noexcept ratio
Basic block density
SIMD hints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Key insight: HFT-specific dims (44–53) allow HotnessScorer to detect anti-pattern risk before running the full Fixer Agent — saving computation.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969264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HotnessScorer — From Binary to 0-100 Priority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❌  Before: Binary HOT/COLD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if "hot" in name → HOT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else → COLD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No gradation, no reasons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Missed partial matches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36576" cy="3657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alibri"/>
              </a:rPr>
              <a:t>✅  After: Scored 0-100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[[hft::hot]] → 100 (hard override)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[[hft::cold]] → 0 (hard override)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Hot-root match → +80 base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Per loop detected → +5 (max +20)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Branch-heavy → +10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Human-readable reasons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Example output: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HOT  [100/100] → on_market_data    [tag=signal_eval, budget=400ns]
                   [[hft::hot]] annotation explicitly marks as hot-path
  HOT  [75/100]  → check_risk        [tag=risk_check, budget=150ns]
  COLD [  0/100] → load_config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969264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PhaseOrderOptimiser — AutoPhase-Inspired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1031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SEQ-1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Mem-First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mem2reg → sroa → instcombine
→ gvn → dce → loop-unroll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4173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0048" y="1417320"/>
            <a:ext cx="21031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SEQ-2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Inline-First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1031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-inline → always-inline
→ gvn → licm → simplifycfg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4336" y="14173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4336" y="1417320"/>
            <a:ext cx="210312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776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SEQ-3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Loop-First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21031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licm → loop-unroll
→ loop-vectorize → slp-vectorizer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14173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78624" y="1417320"/>
            <a:ext cx="21031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SEQ-4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4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AP-Targeted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21031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Anti-pattern specific passes
from Fixer Agent directives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82912" y="14173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82912" y="1417320"/>
            <a:ext cx="21031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SEQ-5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Aggressive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21031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All passes + DCE last
jump-threading + sccp + reassociate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"/>
              </a:rPr>
              <a:t>→  Try all 5 sequences  →  Measure latency via LatencyCostModel  →  Pick winner  →  Apply to 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74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[IRTuner]  PhaseOrder: exploring 5 sequences...
             SEQ-1 Mem-First:   94ns (7 passes)  ← WINNER ✓
             SEQ-2 Inline-First: 112ns
             SEQ-3 Loop-First:  103ns
  PhaseOrder: winner → SEQ-1 Mem-First (94ns)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969264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Five-Component Reward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D4FF"/>
                </a:solidFill>
                <a:latin typeface="Calibri"/>
              </a:rPr>
              <a:t>R = 0.50×Latency + 0.20×Instructions + 0.15×APs − 0.10×Retry + 0.05×Stability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+0.50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04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Latency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06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Primary objective — most weight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395728"/>
            <a:ext cx="2514600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39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72968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Calibri"/>
              </a:rPr>
              <a:t>+0.20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72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Instruction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74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Proxy for code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64408"/>
            <a:ext cx="10058400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41648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  <a:latin typeface="Calibri"/>
              </a:rPr>
              <a:t>+0.15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41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 Fix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43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Anti-pattern resolution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4133087"/>
            <a:ext cx="7543800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800600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0327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Calibri"/>
              </a:rPr>
              <a:t>−0.10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9103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Retry Penalty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7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Penalise needing multiple attempts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5001768"/>
            <a:ext cx="5029200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669279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779008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+0.05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779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Stability Bonus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6080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Consistent improvement across units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5870448"/>
            <a:ext cx="25146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621792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Execution — Demo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64008" cy="8046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Smoke Test (no source required)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01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$ python3 src/pipeline.py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64008" cy="8046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Compile demo HFT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614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$ python3 src/pipeline.py --demo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64008" cy="8046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01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Benchmark: AGentic_C vs -O3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216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$ python3 src/pipeline.py --benchmark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9768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297680"/>
            <a:ext cx="64008" cy="8046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616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Full run + web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817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$ python3 src/pipeline.py --demo --web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5780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257800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21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Dashboard standalone (sample data)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418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$ python3 src/web_ui/app.py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621792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Real-Time Web Dashboard — localhost:5050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full_page_1776497639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772400" cy="5394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463040"/>
            <a:ext cx="3566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  ▸  Pipeline Flow
Schematic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  ▸  Metrics Overview
(latency, reward)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  ▸  Function Table
(HOT/COLD verdict)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  ▸  Latency Bars
(Before/After/-O3)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  ▸  Anti-Pattern
Cards (LAP-001–010)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  ▸  Pass Timeline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  ▸  Reward
Breakdown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  ▸  Benchmark
Comparison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  ▸  Explainability
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11430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Evaluation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FF"/>
                </a:solidFill>
                <a:latin typeface="Calibri"/>
              </a:rPr>
              <a:t>Experimental Setup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Apple M4 Pro (arm64, NEON SIMD)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Python 3.9.6 — stdlib only for core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Stub mode (no real LLVM needed)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LatencyCostModel: M4 Pro cost tables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Demo source: examples/hft_strategy.cpp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  <a:latin typeface="Calibri"/>
              </a:rPr>
              <a:t>Metrics Measured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Latency reduction (%)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Instruction count reduction (%)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HOT units within budget (%)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Composite reward score R ∈ [0, 1]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  ▸  Phase-order winner vs. 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25880"/>
            <a:ext cx="36576" cy="4114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hft_strategy.cpp — 4 HOT + 2 COLD functions: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2E8F0"/>
                </a:solidFill>
                <a:latin typeface="Calibri"/>
              </a:rPr>
              <a:t>  ▸  on_market_data  — LAP-001 (heap alloc) + LAP-005 (printf)  — budget 200 ns</a:t>
            </a:r>
          </a:p>
          <a:p>
            <a:pPr algn="l"/>
            <a:r>
              <a:rPr sz="1300">
                <a:solidFill>
                  <a:srgbClr val="E2E8F0"/>
                </a:solidFill>
                <a:latin typeface="Calibri"/>
              </a:rPr>
              <a:t>  ▸  evaluate_signal — LAP-002 (virtual) + LAP-010 (branches)  — budget 400 ns</a:t>
            </a:r>
          </a:p>
          <a:p>
            <a:pPr algn="l"/>
            <a:r>
              <a:rPr sz="1300">
                <a:solidFill>
                  <a:srgbClr val="E2E8F0"/>
                </a:solidFill>
                <a:latin typeface="Calibri"/>
              </a:rPr>
              <a:t>  ▸  check_risk      — clean hot path                            — budget 150 ns</a:t>
            </a:r>
          </a:p>
          <a:p>
            <a:pPr algn="l"/>
            <a:r>
              <a:rPr sz="1300">
                <a:solidFill>
                  <a:srgbClr val="E2E8F0"/>
                </a:solidFill>
                <a:latin typeface="Calibri"/>
              </a:rPr>
              <a:t>  ▸  submit_order    — LAP-003 (throw) + LAP-006 (std::function)— budget 250 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11430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Per-Function Optimisation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301752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79" y="1874519"/>
            <a:ext cx="146304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920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874519"/>
            <a:ext cx="173736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2024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Lat. Before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874519"/>
            <a:ext cx="173736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2024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Lat. 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874519"/>
            <a:ext cx="173736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Reduction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1874519"/>
            <a:ext cx="173736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192024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Verdict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31720"/>
            <a:ext cx="301752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377440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on_market_data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79" y="2331720"/>
            <a:ext cx="146304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3774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100/100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331720"/>
            <a:ext cx="173736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37744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185 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331720"/>
            <a:ext cx="173736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37744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94 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331720"/>
            <a:ext cx="173736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37744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−49.2%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2331720"/>
            <a:ext cx="173736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237744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Calibri"/>
              </a:rPr>
              <a:t>PASS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71800"/>
            <a:ext cx="30175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017520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evaluate_signal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79" y="2971800"/>
            <a:ext cx="146304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01752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100/100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971800"/>
            <a:ext cx="1737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301752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312 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971800"/>
            <a:ext cx="1737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01752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198 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971800"/>
            <a:ext cx="1737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301752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−36.4%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2971800"/>
            <a:ext cx="1737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04120" y="301752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Calibri"/>
              </a:rPr>
              <a:t>PASS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611879"/>
            <a:ext cx="301752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657600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check_risk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79" y="3611879"/>
            <a:ext cx="146304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29000" y="36576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 75/100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3611879"/>
            <a:ext cx="173736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2040" y="365760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 42 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3611879"/>
            <a:ext cx="173736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365760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 28 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3611879"/>
            <a:ext cx="173736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60" y="365760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−33.3%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0" y="3611879"/>
            <a:ext cx="1737360" cy="566928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04120" y="3657600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Calibri"/>
              </a:rPr>
              <a:t>PASS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251959"/>
            <a:ext cx="30175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297679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submit_order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79" y="4251959"/>
            <a:ext cx="146304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29000" y="4297679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 55/100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46320" y="4251959"/>
            <a:ext cx="1737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92040" y="4297679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290 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4251959"/>
            <a:ext cx="1737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29400" y="4297679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265 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4251959"/>
            <a:ext cx="1737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66760" y="4297679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 −8.5%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0" y="4251959"/>
            <a:ext cx="1737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04120" y="4297679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  <a:latin typeface="Calibri"/>
              </a:rPr>
              <a:t>FAIL 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3 out of 4 HOT units within budget  ·  Avg latency reduction: 41.2%  ·  Reward: 0.7832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11430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Benchmark: Standard -O3 vs AGentic_C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4748B"/>
                </a:solidFill>
                <a:latin typeface="Calibri"/>
              </a:rPr>
              <a:t>Standard -O3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Avg latency: 145 ns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Improvement: ~28%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Fixed pass sequence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✗ No anti-pattern detection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✗ No retry loop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✗ No HOT/COLD split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✗ No experience learning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alibri"/>
              </a:rPr>
              <a:t>  ▸  ✗ No explainability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291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417320"/>
            <a:ext cx="5303520" cy="4846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417320"/>
            <a:ext cx="53035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⚡ AGentic_C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2C55E"/>
                </a:solidFill>
                <a:latin typeface="Calibri"/>
              </a:rPr>
              <a:t>  ▸  Avg latency: 97 ns</a:t>
            </a:r>
          </a:p>
          <a:p>
            <a:pPr algn="l"/>
            <a:r>
              <a:rPr sz="1400">
                <a:solidFill>
                  <a:srgbClr val="22C55E"/>
                </a:solidFill>
                <a:latin typeface="Calibri"/>
              </a:rPr>
              <a:t>  ▸  Improvement: 41.2%</a:t>
            </a:r>
          </a:p>
          <a:p>
            <a:pPr algn="l"/>
            <a:r>
              <a:rPr sz="1400">
                <a:solidFill>
                  <a:srgbClr val="22C55E"/>
                </a:solidFill>
                <a:latin typeface="Calibri"/>
              </a:rPr>
              <a:t>  ▸  Adaptive phase-order</a:t>
            </a:r>
          </a:p>
          <a:p>
            <a:pPr algn="l"/>
            <a:r>
              <a:rPr sz="1400">
                <a:solidFill>
                  <a:srgbClr val="22C55E"/>
                </a:solidFill>
                <a:latin typeface="Calibri"/>
              </a:rPr>
              <a:t>  ▸  ✓ LAP-001–010 detection</a:t>
            </a:r>
          </a:p>
          <a:p>
            <a:pPr algn="l"/>
            <a:r>
              <a:rPr sz="1400">
                <a:solidFill>
                  <a:srgbClr val="22C55E"/>
                </a:solidFill>
                <a:latin typeface="Calibri"/>
              </a:rPr>
              <a:t>  ▸  ✓ Retry loop (up to 3×)</a:t>
            </a:r>
          </a:p>
          <a:p>
            <a:pPr algn="l"/>
            <a:r>
              <a:rPr sz="1400">
                <a:solidFill>
                  <a:srgbClr val="22C55E"/>
                </a:solidFill>
                <a:latin typeface="Calibri"/>
              </a:rPr>
              <a:t>  ▸  ✓ HOT/COLD split</a:t>
            </a:r>
          </a:p>
          <a:p>
            <a:pPr algn="l"/>
            <a:r>
              <a:rPr sz="1400">
                <a:solidFill>
                  <a:srgbClr val="22C55E"/>
                </a:solidFill>
                <a:latin typeface="Calibri"/>
              </a:rPr>
              <a:t>  ▸  ✓ Experience learning</a:t>
            </a:r>
          </a:p>
          <a:p>
            <a:pPr algn="l"/>
            <a:r>
              <a:rPr sz="1400">
                <a:solidFill>
                  <a:srgbClr val="22C55E"/>
                </a:solidFill>
                <a:latin typeface="Calibri"/>
              </a:rPr>
              <a:t>  ▸  ✓ Full 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AGentic_C is 33.4% faster than -O3 on simulated hot-path  (145 ns → 97 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11430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Phase-Order Optimisation — Sequence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SEQ-1 Mem-First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709928"/>
            <a:ext cx="4958861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9341" y="17099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  <a:latin typeface="Calibri"/>
              </a:rPr>
              <a:t>94 ns ← WINNER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39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871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SEQ-2 Inline-First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578608"/>
            <a:ext cx="5908430" cy="347472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48910" y="25786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112 ns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SEQ-3 Loop-First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447288"/>
            <a:ext cx="5433646" cy="347472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4126" y="34472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103 ns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245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SEQ-4 AP-Targeted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315968"/>
            <a:ext cx="5328138" cy="347472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8618" y="43159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101 ns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83479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93207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SEQ-5 Aggressive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5184647"/>
            <a:ext cx="5169876" cy="347472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10356" y="518464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98 ns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Exploration overhead: 5 × (budget_steps/2) steps  ·  Done before main PPO loop  ·  Negligible wall-time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11430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E8F0"/>
                </a:solidFill>
                <a:latin typeface="Calibri"/>
              </a:rPr>
              <a:t>AGentic_C proves that agent-based, domain-aware compilation outperforms -O3 on HFT workloads.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12471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64008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Anti-pattern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LAP-001–010 taxonomy resolves heap allocs, virtual dispatch, and syscalls that -O3 ignores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39"/>
            <a:ext cx="112471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39"/>
            <a:ext cx="64008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3639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Phase-order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472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5-sequence exploration picks the best LLVM pass sequence without RL training — 41.2% avg improvement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2471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64008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965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074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Every decision has a natural-language reason — accessible to students and researchers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83480"/>
            <a:ext cx="112471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83480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56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Beginner-friendly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675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Runs on any Mac/Linux with pip install numpy pyyaml — no GPU, no LLVM, no compiler backend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"/>
            <a:ext cx="1229868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819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Trained PPO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92807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Replace heuristic phase-order with PPO trained on CompilerGym's 124-pass action 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Real Hardware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5292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Replace LatencyCostModel with perf stat / IACA on physical co-located HFT servers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2900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021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02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ProGraML GNN Encoder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1304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Implement full graph neural network encoder for richer IR structure embeddings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622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62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Live Trading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7316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Connect to real market data feed and measure tick-to-order in production conditions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223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22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Kernel-Bypass Passes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3328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Extend HW Tuner with DPDK / Solarflare OpenOnload specific optimisation passes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4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00400"/>
            <a:ext cx="48463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E8F0"/>
                </a:solidFill>
                <a:latin typeface="Calibri"/>
              </a:rPr>
              <a:t>⚡ AGentic_C — Agentic Compiler for High-Frequency Trading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  <a:latin typeface="Calibri"/>
              </a:rPr>
              <a:t>python3 src/pipeline.py --demo --web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D4FF"/>
                </a:solidFill>
                <a:latin typeface="Calibri"/>
              </a:rPr>
              <a:t>Dashboard → http://localhost:5050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Submitted to: Prof E. Suresh Babu  |  Department of CSE  |  NIT Warangal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